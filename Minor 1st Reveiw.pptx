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2" r:id="rId4"/>
    <p:sldId id="282" r:id="rId5"/>
    <p:sldId id="273" r:id="rId6"/>
    <p:sldId id="274" r:id="rId7"/>
    <p:sldId id="281" r:id="rId8"/>
    <p:sldId id="280" r:id="rId9"/>
    <p:sldId id="275" r:id="rId10"/>
    <p:sldId id="276" r:id="rId11"/>
    <p:sldId id="277" r:id="rId12"/>
    <p:sldId id="278" r:id="rId13"/>
    <p:sldId id="279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i8k4vfTcigBOvi1GPtpHoS9j9j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64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1735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64D24B9-0599-082B-7BE9-21D49B07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D44F5A1-049F-2259-E296-4B21C6244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500D7E0-9342-F3BB-E2E8-4576DA26E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6156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200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5212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72815613-1EA2-54FE-90B1-A127B0508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DE05534-D0D7-5175-BF84-A333AA577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B4F3FB10-2DFD-7FEC-1EB3-5F0125399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4384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F5D6A81-1677-A4EE-3471-105D6B367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26601CA-79E1-E16A-8F56-4876A8C5E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EDF3AAA-8F11-645A-F5CA-3A6BD8A36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7288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4851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2805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560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700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0B91E24-3062-9AD6-D83C-23C515909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9B94F45E-2D06-BE05-48BC-7566BCF95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3E7BF68-AC3A-FADC-A1B2-15FCA7E1C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62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762721" y="189101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4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a Multi-Agent Intelligent Compliance Auditor (MAICA) for Automating AI Regulation Adherence Compared to Traditional Manual Compliance Methods in Ensuring Ethical and Secure AI Deployments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341960" y="3980232"/>
            <a:ext cx="460533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ID: 837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1 Reg. No: RA2311003010147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592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1 Name: Pooja Ellanti</a:t>
            </a: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2 Reg. No: RA311003011023</a:t>
            </a:r>
          </a:p>
          <a:p>
            <a:pPr marL="0" lvl="0" indent="0">
              <a:spcBef>
                <a:spcPts val="592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2 Name: Adhira Srikanth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04" y="243589"/>
            <a:ext cx="1402418" cy="51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688084" y="278272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COMPUTING TECHNOLOGIES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/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21CSP302L -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MINOR PROJECT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89;p1"/>
          <p:cNvSpPr txBox="1">
            <a:spLocks/>
          </p:cNvSpPr>
          <p:nvPr/>
        </p:nvSpPr>
        <p:spPr>
          <a:xfrm>
            <a:off x="196703" y="3980233"/>
            <a:ext cx="4408633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S. Ashwini </a:t>
            </a:r>
          </a:p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Assistant Professor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 Computing Technologies</a:t>
            </a:r>
          </a:p>
        </p:txBody>
      </p:sp>
      <p:pic>
        <p:nvPicPr>
          <p:cNvPr id="8" name="Picture 2" descr="icot 2023 Trifold Brochure_14.02.2023">
            <a:extLst>
              <a:ext uri="{FF2B5EF4-FFF2-40B4-BE49-F238E27FC236}">
                <a16:creationId xmlns:a16="http://schemas.microsoft.com/office/drawing/2014/main" id="{73D89A76-A2AF-4290-B455-A5514D1E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74" y="85859"/>
            <a:ext cx="1477926" cy="69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Problem Statement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11430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Background: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in healthcare and finance are commonly evaluated only based on predictive accuracy.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However: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is often ignored.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vulnerabilities are overlooked.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is missing.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 is rarely verified systematically.</a:t>
            </a:r>
          </a:p>
          <a:p>
            <a:pPr marL="11430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Study: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automated system that: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Audits AI models for fairness, security, and compliance.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automated results with manual auditing.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structured governance reporting.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real-time audit execution through a web interface.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AI compliance auditing framework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Objectives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502360"/>
            <a:ext cx="837347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multi-agent AI compliance auditing framework (MAICA).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security, fairness, explainability, and regulatory checks.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automated auditing results with traditional manual auditing.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 (Upcoming Enhancement)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MAICA into a real Healthcare / Finance AI application as a governance middleware layer for real-time compliance validation.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50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AF8A6B1-572F-EFB3-33EA-592D08D4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A0827637-30FE-2157-975B-55CC389543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Objectives</a:t>
            </a:r>
            <a:endParaRPr dirty="0"/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F2646940-413D-3D5E-A0DE-CDB93F101E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C90D81F-DF6F-99CA-389A-B3856751118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2CC8731-4C8D-98AE-61C1-CA31DD2B16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085D0DA9-6000-3B4A-5EBA-6E517B728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4AE522-0B1B-32E9-C572-8C864B7EF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433939"/>
            <a:ext cx="3782961" cy="44491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25D1D7-565A-428D-87AB-5910512FE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0052" y="1728340"/>
            <a:ext cx="4730621" cy="407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139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827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Literature Review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BF37A8-DDB7-866A-DB00-FDD09629F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493297"/>
              </p:ext>
            </p:extLst>
          </p:nvPr>
        </p:nvGraphicFramePr>
        <p:xfrm>
          <a:off x="526026" y="1494210"/>
          <a:ext cx="8229600" cy="36576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361766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2391292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32781808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39290106"/>
                    </a:ext>
                  </a:extLst>
                </a:gridCol>
              </a:tblGrid>
              <a:tr h="182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193363"/>
                  </a:ext>
                </a:extLst>
              </a:tr>
              <a:tr h="565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Phiri (2025)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Creating Characteristically Auditable Agentic AI Systems (ACM)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theoretical foundations for auditability-by-design in multi-agent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practical implementation or comparative evaluation vs. manual auditing.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125140"/>
                  </a:ext>
                </a:extLst>
              </a:tr>
              <a:tr h="693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Marino et al. (2024)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Automating EU AI Act Compliance Analyses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regulatory parsing models for automated AI compliance checks.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rule translation, no runtime monitoring or explainability integration.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403727"/>
                  </a:ext>
                </a:extLst>
              </a:tr>
              <a:tr h="437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Agarwal et al. (2025)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Knowledge Graph for Regulatory 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multi-agent QA system for interpreting legal rules.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empirical comparison or auditing metrics.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170627"/>
                  </a:ext>
                </a:extLst>
              </a:tr>
              <a:tr h="437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Manheim (2025)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Audit Standards Boards (Springer)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Advocates for formal AI auditing standards.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implementation model for automation or intelligent agents.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838395"/>
                  </a:ext>
                </a:extLst>
              </a:tr>
            </a:tbl>
          </a:graphicData>
        </a:graphic>
      </p:graphicFrame>
      <p:sp>
        <p:nvSpPr>
          <p:cNvPr id="5" name="Google Shape;96;p2">
            <a:extLst>
              <a:ext uri="{FF2B5EF4-FFF2-40B4-BE49-F238E27FC236}">
                <a16:creationId xmlns:a16="http://schemas.microsoft.com/office/drawing/2014/main" id="{113DF187-F77F-2031-1264-989036567F47}"/>
              </a:ext>
            </a:extLst>
          </p:cNvPr>
          <p:cNvSpPr txBox="1">
            <a:spLocks/>
          </p:cNvSpPr>
          <p:nvPr/>
        </p:nvSpPr>
        <p:spPr>
          <a:xfrm>
            <a:off x="457200" y="524637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3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4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works focus 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frameworks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parsing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compliance but lack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comprehensive, multi-agent auditing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performing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automated audits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offering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comparisons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manual auditing processes.</a:t>
            </a:r>
          </a:p>
          <a:p>
            <a:pPr>
              <a:buSzPts val="44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11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10580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300218"/>
            <a:ext cx="8229600" cy="5359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11430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11430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MAICA consists of the following agents:</a:t>
            </a:r>
          </a:p>
          <a:p>
            <a:pPr marL="11430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Regulation Ingestion Agent – Converts policies into machine-readable rules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Security Agent – Detects sensitive attributes and vulnerabilities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Data Protection Agent – Ensures privacy compliance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Model Inspection Agent – Evaluates fairness and bias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Runtime Monitoring Agent – Observes deployed model behavior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Explainability Agent – Generates SHAP/LIME explanations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Coordinator Agent – Aggregates results and generates compliance reports</a:t>
            </a:r>
          </a:p>
          <a:p>
            <a:pPr marL="114300" indent="0">
              <a:buNone/>
            </a:pP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(Logistic Regression)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/ LIME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/ NumPy</a:t>
            </a:r>
          </a:p>
          <a:p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(Current UI)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Flask/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(Next Step Web Deployment)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/ CSV Reporting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774" y="376372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654" y="274638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60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D6E67FC-B720-0874-5CC5-BC7E7E26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26455F03-39EF-A863-2711-69EAFCF291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580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9AAA7A5E-DBAB-234A-FBE3-B804F2A21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0235" y="1372922"/>
            <a:ext cx="8229600" cy="5359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Implementation</a:t>
            </a:r>
          </a:p>
          <a:p>
            <a:pPr marL="1143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Multi-agent backend fully implemented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Compliance reports generated in JSON/CSV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Manual vs Automated comparison module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domain selection dashboard</a:t>
            </a:r>
          </a:p>
          <a:p>
            <a:pPr marL="11430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Phase – Application-Level Integration</a:t>
            </a:r>
          </a:p>
          <a:p>
            <a:pPr marL="1143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Develop standalone Healthcare / Finance AI application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Embed MAICA as compliance middleware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Enable prediction + compliance audit execution in parallel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Display compliance score alongside prediction results</a:t>
            </a:r>
          </a:p>
          <a:p>
            <a:pPr marL="11430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transitions MAICA from a research prototype to an embedded AI governance framework.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DBB34E26-4C54-8218-6EB2-9E82AE1637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774" y="376372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8A807B5-C1C9-B768-5860-900F905ECE2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E3168F5-B987-C28F-8AE0-711E02DB64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E908619-F283-2863-CF37-D73078EAE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654" y="274638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28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6F07F4F-6EE3-500D-4D23-A53693DA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B3A13D3E-25C3-22BB-E375-92F6DE3B6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165" y="55717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3A746F84-0722-EC9D-002F-1B8AD7DB46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774" y="376372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26A721AE-6E60-F062-71D0-E5199B08A7B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B827383-656A-152C-E254-6555E192E6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F1303F7E-AA42-223F-BFCF-D8003577F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654" y="274638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73EC9B-1B1E-E4E7-3100-0A5C7592F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676" y="1396180"/>
            <a:ext cx="6400801" cy="490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Work Plan / Timeline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108154" y="1361202"/>
            <a:ext cx="5004619" cy="4789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Completed</a:t>
            </a:r>
          </a:p>
          <a:p>
            <a:pPr marL="11430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Problem Identification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Literature Review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Dataset Selection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Model Training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Multi-Agent Development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Compliance Report Generation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Manual vs Automated Comparison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pPr marL="11430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– In Progress</a:t>
            </a:r>
          </a:p>
          <a:p>
            <a:pPr marL="11430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Refining fairness metric computation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Enhancing compliance scoring system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Improving explainability visualization</a:t>
            </a:r>
          </a:p>
          <a:p>
            <a:pPr marL="11430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– Application Integration Phase</a:t>
            </a:r>
          </a:p>
          <a:p>
            <a:pPr marL="11430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Develop Healthcare / Finance AI application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Integrate MAICA as governance middleware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Enable real-time compliance auditing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Validate integrated system performance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8BF17D-4423-A73F-00F3-8393E4133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323" y="1334812"/>
            <a:ext cx="4473677" cy="487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44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Expected Outcome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417637"/>
            <a:ext cx="8229600" cy="470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Output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functional Multi-Agent AI Compliance Platform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compliance score generation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vs Automated comparison system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regulatory compliance reporting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ntegrated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Application with Embedded Governance Layer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Mapping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Aligned 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responsible AI innovation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digital governance infrastructure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sustainable AI deployment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Plan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research paper on: </a:t>
            </a:r>
            <a:r>
              <a:rPr lang="en-IN" sz="1700" dirty="0"/>
              <a:t>“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Application-Integrated Multi-Agent AI Governance Framework for Automated Compliance Auditing”</a:t>
            </a:r>
            <a:endParaRPr sz="1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341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Conclusion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MAICA provides: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multi-dimensional AI auditing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security, fairness, and explainability checks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compliance reporting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vs automated audit comparison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toward a web-based governance platform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integration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knowledge graph integration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Enterprise-level scalability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52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313327" y="5837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References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4176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Phiri, C.C. (2025). Creating Characteristically Auditable Agentic AI Systems. ACM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’25, Budapest, Hungary. DOI: 10.1145/3759355.3759356</a:t>
            </a: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Marino, B. et al. (2024). Automating EU AI Act Compliance Analyses.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arXiv:2406.14243</a:t>
            </a: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Agarwal, B. et al. (2025). A Multi-Agent Knowledge Graph for Regulatory QA.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arXiv:2501.18765</a:t>
            </a: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Manheim, D. (2025). The Necessity of AI Audit Standards Boards. AI &amp; Society, Springer.</a:t>
            </a:r>
          </a:p>
          <a:p>
            <a:pPr algn="just">
              <a:buFont typeface="+mj-lt"/>
              <a:buAutoNum type="arabicPeriod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AuditMAI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(2024). Towards Continuous AI Auditing Infrastructure.</a:t>
            </a: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981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2A2ECAC-1DD8-D26B-95FD-6C3F6CD3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39299408-917C-1DBC-7CC1-20168F0F70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0800" y="2767781"/>
            <a:ext cx="364285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4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001054DD-732C-E615-E5B9-B791833545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55D3375C-3D6E-0824-01F2-778683E1B4C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CF9F44E-B555-ECF2-842F-6C2053A6A1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72CBC3B4-5900-725E-AFE6-F51CF4DF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583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1021</Words>
  <Application>Microsoft Office PowerPoint</Application>
  <PresentationFormat>On-screen Show (4:3)</PresentationFormat>
  <Paragraphs>152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Evaluating a Multi-Agent Intelligent Compliance Auditor (MAICA) for Automating AI Regulation Adherence Compared to Traditional Manual Compliance Methods in Ensuring Ethical and Secure AI Deployments</vt:lpstr>
      <vt:lpstr>   Problem Statement</vt:lpstr>
      <vt:lpstr> Objectives</vt:lpstr>
      <vt:lpstr> Objectives</vt:lpstr>
      <vt:lpstr>  Literature Review</vt:lpstr>
      <vt:lpstr>    Proposed Methodology</vt:lpstr>
      <vt:lpstr>    Proposed Methodology</vt:lpstr>
      <vt:lpstr>    Proposed Methodology</vt:lpstr>
      <vt:lpstr>    Work Plan / Timeline</vt:lpstr>
      <vt:lpstr>    Expected Outcome</vt:lpstr>
      <vt:lpstr>    Conclusion</vt:lpstr>
      <vt:lpstr>   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Pooja Ellanti</cp:lastModifiedBy>
  <cp:revision>19</cp:revision>
  <dcterms:created xsi:type="dcterms:W3CDTF">2020-05-13T07:00:09Z</dcterms:created>
  <dcterms:modified xsi:type="dcterms:W3CDTF">2026-02-27T13:56:25Z</dcterms:modified>
</cp:coreProperties>
</file>