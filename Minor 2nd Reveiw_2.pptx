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FB400A-C7CF-4EB0-AB63-E675070AE81A}" v="7" dt="2026-03-27T13:11:54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73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hira Srikanth" userId="4cc6b7cdb9bea3ca" providerId="LiveId" clId="{4CCF1D2F-A86F-4D6D-84A5-5B4CBD4094D1}"/>
    <pc:docChg chg="custSel addSld modSld">
      <pc:chgData name="Adhira Srikanth" userId="4cc6b7cdb9bea3ca" providerId="LiveId" clId="{4CCF1D2F-A86F-4D6D-84A5-5B4CBD4094D1}" dt="2026-03-28T04:41:24.331" v="258" actId="1076"/>
      <pc:docMkLst>
        <pc:docMk/>
      </pc:docMkLst>
      <pc:sldChg chg="modSp mod">
        <pc:chgData name="Adhira Srikanth" userId="4cc6b7cdb9bea3ca" providerId="LiveId" clId="{4CCF1D2F-A86F-4D6D-84A5-5B4CBD4094D1}" dt="2026-03-27T13:22:17.384" v="216" actId="20577"/>
        <pc:sldMkLst>
          <pc:docMk/>
          <pc:sldMk cId="0" sldId="256"/>
        </pc:sldMkLst>
        <pc:spChg chg="mod">
          <ac:chgData name="Adhira Srikanth" userId="4cc6b7cdb9bea3ca" providerId="LiveId" clId="{4CCF1D2F-A86F-4D6D-84A5-5B4CBD4094D1}" dt="2026-03-27T13:22:17.384" v="216" actId="20577"/>
          <ac:spMkLst>
            <pc:docMk/>
            <pc:sldMk cId="0" sldId="256"/>
            <ac:spMk id="89" creationId="{00000000-0000-0000-0000-000000000000}"/>
          </ac:spMkLst>
        </pc:spChg>
      </pc:sldChg>
      <pc:sldChg chg="modSp mod">
        <pc:chgData name="Adhira Srikanth" userId="4cc6b7cdb9bea3ca" providerId="LiveId" clId="{4CCF1D2F-A86F-4D6D-84A5-5B4CBD4094D1}" dt="2026-03-27T13:14:17.260" v="191" actId="20577"/>
        <pc:sldMkLst>
          <pc:docMk/>
          <pc:sldMk cId="0" sldId="257"/>
        </pc:sldMkLst>
        <pc:spChg chg="mod">
          <ac:chgData name="Adhira Srikanth" userId="4cc6b7cdb9bea3ca" providerId="LiveId" clId="{4CCF1D2F-A86F-4D6D-84A5-5B4CBD4094D1}" dt="2026-03-27T13:14:17.260" v="191" actId="20577"/>
          <ac:spMkLst>
            <pc:docMk/>
            <pc:sldMk cId="0" sldId="257"/>
            <ac:spMk id="99" creationId="{00000000-0000-0000-0000-000000000000}"/>
          </ac:spMkLst>
        </pc:spChg>
      </pc:sldChg>
      <pc:sldChg chg="modSp mod">
        <pc:chgData name="Adhira Srikanth" userId="4cc6b7cdb9bea3ca" providerId="LiveId" clId="{4CCF1D2F-A86F-4D6D-84A5-5B4CBD4094D1}" dt="2026-03-27T13:14:21.823" v="193" actId="20577"/>
        <pc:sldMkLst>
          <pc:docMk/>
          <pc:sldMk cId="1036503127" sldId="258"/>
        </pc:sldMkLst>
        <pc:spChg chg="mod">
          <ac:chgData name="Adhira Srikanth" userId="4cc6b7cdb9bea3ca" providerId="LiveId" clId="{4CCF1D2F-A86F-4D6D-84A5-5B4CBD4094D1}" dt="2026-03-27T13:14:21.823" v="193" actId="20577"/>
          <ac:spMkLst>
            <pc:docMk/>
            <pc:sldMk cId="1036503127" sldId="258"/>
            <ac:spMk id="99" creationId="{00000000-0000-0000-0000-000000000000}"/>
          </ac:spMkLst>
        </pc:spChg>
      </pc:sldChg>
      <pc:sldChg chg="addSp delSp modSp mod">
        <pc:chgData name="Adhira Srikanth" userId="4cc6b7cdb9bea3ca" providerId="LiveId" clId="{4CCF1D2F-A86F-4D6D-84A5-5B4CBD4094D1}" dt="2026-03-27T13:14:26.626" v="195" actId="20577"/>
        <pc:sldMkLst>
          <pc:docMk/>
          <pc:sldMk cId="3567139152" sldId="259"/>
        </pc:sldMkLst>
        <pc:spChg chg="mod">
          <ac:chgData name="Adhira Srikanth" userId="4cc6b7cdb9bea3ca" providerId="LiveId" clId="{4CCF1D2F-A86F-4D6D-84A5-5B4CBD4094D1}" dt="2026-03-27T13:14:26.626" v="195" actId="20577"/>
          <ac:spMkLst>
            <pc:docMk/>
            <pc:sldMk cId="3567139152" sldId="259"/>
            <ac:spMk id="99" creationId="{8C90D81F-DF6F-99CA-389A-B38567511184}"/>
          </ac:spMkLst>
        </pc:spChg>
        <pc:picChg chg="del">
          <ac:chgData name="Adhira Srikanth" userId="4cc6b7cdb9bea3ca" providerId="LiveId" clId="{4CCF1D2F-A86F-4D6D-84A5-5B4CBD4094D1}" dt="2026-03-27T13:04:19.364" v="0" actId="478"/>
          <ac:picMkLst>
            <pc:docMk/>
            <pc:sldMk cId="3567139152" sldId="259"/>
            <ac:picMk id="3" creationId="{E74AE522-0B1B-32E9-C572-8C864B7EF8FD}"/>
          </ac:picMkLst>
        </pc:picChg>
        <pc:picChg chg="add mod">
          <ac:chgData name="Adhira Srikanth" userId="4cc6b7cdb9bea3ca" providerId="LiveId" clId="{4CCF1D2F-A86F-4D6D-84A5-5B4CBD4094D1}" dt="2026-03-27T13:08:21.391" v="37" actId="1076"/>
          <ac:picMkLst>
            <pc:docMk/>
            <pc:sldMk cId="3567139152" sldId="259"/>
            <ac:picMk id="4" creationId="{920A6C00-DCCA-22EF-D5DB-B7E08F959893}"/>
          </ac:picMkLst>
        </pc:picChg>
        <pc:picChg chg="del">
          <ac:chgData name="Adhira Srikanth" userId="4cc6b7cdb9bea3ca" providerId="LiveId" clId="{4CCF1D2F-A86F-4D6D-84A5-5B4CBD4094D1}" dt="2026-03-27T13:04:21.251" v="1" actId="478"/>
          <ac:picMkLst>
            <pc:docMk/>
            <pc:sldMk cId="3567139152" sldId="259"/>
            <ac:picMk id="5" creationId="{FD25D1D7-565A-428D-87AB-5910512FEC19}"/>
          </ac:picMkLst>
        </pc:picChg>
        <pc:picChg chg="add mod">
          <ac:chgData name="Adhira Srikanth" userId="4cc6b7cdb9bea3ca" providerId="LiveId" clId="{4CCF1D2F-A86F-4D6D-84A5-5B4CBD4094D1}" dt="2026-03-27T13:08:23.195" v="38" actId="1076"/>
          <ac:picMkLst>
            <pc:docMk/>
            <pc:sldMk cId="3567139152" sldId="259"/>
            <ac:picMk id="7" creationId="{E346C684-7C31-D8E9-E50A-28AEDED3C14B}"/>
          </ac:picMkLst>
        </pc:picChg>
        <pc:picChg chg="add del mod">
          <ac:chgData name="Adhira Srikanth" userId="4cc6b7cdb9bea3ca" providerId="LiveId" clId="{4CCF1D2F-A86F-4D6D-84A5-5B4CBD4094D1}" dt="2026-03-27T13:06:05.818" v="11" actId="478"/>
          <ac:picMkLst>
            <pc:docMk/>
            <pc:sldMk cId="3567139152" sldId="259"/>
            <ac:picMk id="9" creationId="{24C24E06-6E47-00D4-D08B-93AEA5A271DF}"/>
          </ac:picMkLst>
        </pc:picChg>
        <pc:picChg chg="add mod">
          <ac:chgData name="Adhira Srikanth" userId="4cc6b7cdb9bea3ca" providerId="LiveId" clId="{4CCF1D2F-A86F-4D6D-84A5-5B4CBD4094D1}" dt="2026-03-27T13:08:16.786" v="35" actId="1076"/>
          <ac:picMkLst>
            <pc:docMk/>
            <pc:sldMk cId="3567139152" sldId="259"/>
            <ac:picMk id="11" creationId="{9DE6541D-4CBA-ED24-0033-B13354E34F75}"/>
          </ac:picMkLst>
        </pc:picChg>
        <pc:picChg chg="add mod">
          <ac:chgData name="Adhira Srikanth" userId="4cc6b7cdb9bea3ca" providerId="LiveId" clId="{4CCF1D2F-A86F-4D6D-84A5-5B4CBD4094D1}" dt="2026-03-27T13:08:19.356" v="36" actId="1076"/>
          <ac:picMkLst>
            <pc:docMk/>
            <pc:sldMk cId="3567139152" sldId="259"/>
            <ac:picMk id="13" creationId="{D48CA2B9-692A-B11F-62B5-6160E4218D1C}"/>
          </ac:picMkLst>
        </pc:picChg>
      </pc:sldChg>
      <pc:sldChg chg="modSp mod">
        <pc:chgData name="Adhira Srikanth" userId="4cc6b7cdb9bea3ca" providerId="LiveId" clId="{4CCF1D2F-A86F-4D6D-84A5-5B4CBD4094D1}" dt="2026-03-27T13:14:31.232" v="197" actId="20577"/>
        <pc:sldMkLst>
          <pc:docMk/>
          <pc:sldMk cId="4165114343" sldId="260"/>
        </pc:sldMkLst>
        <pc:spChg chg="mod">
          <ac:chgData name="Adhira Srikanth" userId="4cc6b7cdb9bea3ca" providerId="LiveId" clId="{4CCF1D2F-A86F-4D6D-84A5-5B4CBD4094D1}" dt="2026-03-27T13:14:31.232" v="197" actId="20577"/>
          <ac:spMkLst>
            <pc:docMk/>
            <pc:sldMk cId="4165114343" sldId="260"/>
            <ac:spMk id="99" creationId="{00000000-0000-0000-0000-000000000000}"/>
          </ac:spMkLst>
        </pc:spChg>
      </pc:sldChg>
      <pc:sldChg chg="modSp mod">
        <pc:chgData name="Adhira Srikanth" userId="4cc6b7cdb9bea3ca" providerId="LiveId" clId="{4CCF1D2F-A86F-4D6D-84A5-5B4CBD4094D1}" dt="2026-03-27T13:14:35.520" v="199" actId="20577"/>
        <pc:sldMkLst>
          <pc:docMk/>
          <pc:sldMk cId="1884160955" sldId="261"/>
        </pc:sldMkLst>
        <pc:spChg chg="mod">
          <ac:chgData name="Adhira Srikanth" userId="4cc6b7cdb9bea3ca" providerId="LiveId" clId="{4CCF1D2F-A86F-4D6D-84A5-5B4CBD4094D1}" dt="2026-03-27T13:14:35.520" v="199" actId="20577"/>
          <ac:spMkLst>
            <pc:docMk/>
            <pc:sldMk cId="1884160955" sldId="261"/>
            <ac:spMk id="99" creationId="{00000000-0000-0000-0000-000000000000}"/>
          </ac:spMkLst>
        </pc:spChg>
      </pc:sldChg>
      <pc:sldChg chg="modSp mod">
        <pc:chgData name="Adhira Srikanth" userId="4cc6b7cdb9bea3ca" providerId="LiveId" clId="{4CCF1D2F-A86F-4D6D-84A5-5B4CBD4094D1}" dt="2026-03-27T13:14:41.993" v="201" actId="20577"/>
        <pc:sldMkLst>
          <pc:docMk/>
          <pc:sldMk cId="2360288121" sldId="262"/>
        </pc:sldMkLst>
        <pc:spChg chg="mod">
          <ac:chgData name="Adhira Srikanth" userId="4cc6b7cdb9bea3ca" providerId="LiveId" clId="{4CCF1D2F-A86F-4D6D-84A5-5B4CBD4094D1}" dt="2026-03-27T13:13:49.732" v="189" actId="20577"/>
          <ac:spMkLst>
            <pc:docMk/>
            <pc:sldMk cId="2360288121" sldId="262"/>
            <ac:spMk id="97" creationId="{9AAA7A5E-DBAB-234A-FBE3-B804F2A21D40}"/>
          </ac:spMkLst>
        </pc:spChg>
        <pc:spChg chg="mod">
          <ac:chgData name="Adhira Srikanth" userId="4cc6b7cdb9bea3ca" providerId="LiveId" clId="{4CCF1D2F-A86F-4D6D-84A5-5B4CBD4094D1}" dt="2026-03-27T13:14:41.993" v="201" actId="20577"/>
          <ac:spMkLst>
            <pc:docMk/>
            <pc:sldMk cId="2360288121" sldId="262"/>
            <ac:spMk id="99" creationId="{A8A807B5-C1C9-B768-5860-900F905ECE2A}"/>
          </ac:spMkLst>
        </pc:spChg>
      </pc:sldChg>
      <pc:sldChg chg="modSp mod">
        <pc:chgData name="Adhira Srikanth" userId="4cc6b7cdb9bea3ca" providerId="LiveId" clId="{4CCF1D2F-A86F-4D6D-84A5-5B4CBD4094D1}" dt="2026-03-27T13:14:47.051" v="203" actId="20577"/>
        <pc:sldMkLst>
          <pc:docMk/>
          <pc:sldMk cId="105236454" sldId="263"/>
        </pc:sldMkLst>
        <pc:spChg chg="mod">
          <ac:chgData name="Adhira Srikanth" userId="4cc6b7cdb9bea3ca" providerId="LiveId" clId="{4CCF1D2F-A86F-4D6D-84A5-5B4CBD4094D1}" dt="2026-03-27T13:14:47.051" v="203" actId="20577"/>
          <ac:spMkLst>
            <pc:docMk/>
            <pc:sldMk cId="105236454" sldId="263"/>
            <ac:spMk id="99" creationId="{26A721AE-6E60-F062-71D0-E5199B08A7BF}"/>
          </ac:spMkLst>
        </pc:spChg>
      </pc:sldChg>
      <pc:sldChg chg="modSp mod">
        <pc:chgData name="Adhira Srikanth" userId="4cc6b7cdb9bea3ca" providerId="LiveId" clId="{4CCF1D2F-A86F-4D6D-84A5-5B4CBD4094D1}" dt="2026-03-27T13:22:37.043" v="231" actId="20577"/>
        <pc:sldMkLst>
          <pc:docMk/>
          <pc:sldMk cId="1355044397" sldId="264"/>
        </pc:sldMkLst>
        <pc:spChg chg="mod">
          <ac:chgData name="Adhira Srikanth" userId="4cc6b7cdb9bea3ca" providerId="LiveId" clId="{4CCF1D2F-A86F-4D6D-84A5-5B4CBD4094D1}" dt="2026-03-27T13:22:37.043" v="231" actId="20577"/>
          <ac:spMkLst>
            <pc:docMk/>
            <pc:sldMk cId="1355044397" sldId="264"/>
            <ac:spMk id="97" creationId="{00000000-0000-0000-0000-000000000000}"/>
          </ac:spMkLst>
        </pc:spChg>
        <pc:spChg chg="mod">
          <ac:chgData name="Adhira Srikanth" userId="4cc6b7cdb9bea3ca" providerId="LiveId" clId="{4CCF1D2F-A86F-4D6D-84A5-5B4CBD4094D1}" dt="2026-03-27T13:14:52.070" v="205" actId="20577"/>
          <ac:spMkLst>
            <pc:docMk/>
            <pc:sldMk cId="1355044397" sldId="264"/>
            <ac:spMk id="99" creationId="{00000000-0000-0000-0000-000000000000}"/>
          </ac:spMkLst>
        </pc:spChg>
      </pc:sldChg>
      <pc:sldChg chg="modSp mod">
        <pc:chgData name="Adhira Srikanth" userId="4cc6b7cdb9bea3ca" providerId="LiveId" clId="{4CCF1D2F-A86F-4D6D-84A5-5B4CBD4094D1}" dt="2026-03-28T04:39:19.596" v="237" actId="1076"/>
        <pc:sldMkLst>
          <pc:docMk/>
          <pc:sldMk cId="2721341822" sldId="265"/>
        </pc:sldMkLst>
        <pc:spChg chg="mod">
          <ac:chgData name="Adhira Srikanth" userId="4cc6b7cdb9bea3ca" providerId="LiveId" clId="{4CCF1D2F-A86F-4D6D-84A5-5B4CBD4094D1}" dt="2026-03-28T04:39:19.596" v="237" actId="1076"/>
          <ac:spMkLst>
            <pc:docMk/>
            <pc:sldMk cId="2721341822" sldId="265"/>
            <ac:spMk id="97" creationId="{00000000-0000-0000-0000-000000000000}"/>
          </ac:spMkLst>
        </pc:spChg>
        <pc:spChg chg="mod">
          <ac:chgData name="Adhira Srikanth" userId="4cc6b7cdb9bea3ca" providerId="LiveId" clId="{4CCF1D2F-A86F-4D6D-84A5-5B4CBD4094D1}" dt="2026-03-27T13:14:57.500" v="207" actId="20577"/>
          <ac:spMkLst>
            <pc:docMk/>
            <pc:sldMk cId="2721341822" sldId="265"/>
            <ac:spMk id="99" creationId="{00000000-0000-0000-0000-000000000000}"/>
          </ac:spMkLst>
        </pc:spChg>
      </pc:sldChg>
      <pc:sldChg chg="modSp mod">
        <pc:chgData name="Adhira Srikanth" userId="4cc6b7cdb9bea3ca" providerId="LiveId" clId="{4CCF1D2F-A86F-4D6D-84A5-5B4CBD4094D1}" dt="2026-03-27T13:15:02.894" v="209" actId="20577"/>
        <pc:sldMkLst>
          <pc:docMk/>
          <pc:sldMk cId="672524052" sldId="266"/>
        </pc:sldMkLst>
        <pc:spChg chg="mod">
          <ac:chgData name="Adhira Srikanth" userId="4cc6b7cdb9bea3ca" providerId="LiveId" clId="{4CCF1D2F-A86F-4D6D-84A5-5B4CBD4094D1}" dt="2026-03-27T13:15:02.894" v="209" actId="20577"/>
          <ac:spMkLst>
            <pc:docMk/>
            <pc:sldMk cId="672524052" sldId="266"/>
            <ac:spMk id="99" creationId="{00000000-0000-0000-0000-000000000000}"/>
          </ac:spMkLst>
        </pc:spChg>
      </pc:sldChg>
      <pc:sldChg chg="modSp mod">
        <pc:chgData name="Adhira Srikanth" userId="4cc6b7cdb9bea3ca" providerId="LiveId" clId="{4CCF1D2F-A86F-4D6D-84A5-5B4CBD4094D1}" dt="2026-03-27T13:15:07.634" v="211" actId="20577"/>
        <pc:sldMkLst>
          <pc:docMk/>
          <pc:sldMk cId="826981143" sldId="267"/>
        </pc:sldMkLst>
        <pc:spChg chg="mod">
          <ac:chgData name="Adhira Srikanth" userId="4cc6b7cdb9bea3ca" providerId="LiveId" clId="{4CCF1D2F-A86F-4D6D-84A5-5B4CBD4094D1}" dt="2026-03-27T13:15:07.634" v="211" actId="20577"/>
          <ac:spMkLst>
            <pc:docMk/>
            <pc:sldMk cId="826981143" sldId="267"/>
            <ac:spMk id="99" creationId="{00000000-0000-0000-0000-000000000000}"/>
          </ac:spMkLst>
        </pc:spChg>
      </pc:sldChg>
      <pc:sldChg chg="modSp mod">
        <pc:chgData name="Adhira Srikanth" userId="4cc6b7cdb9bea3ca" providerId="LiveId" clId="{4CCF1D2F-A86F-4D6D-84A5-5B4CBD4094D1}" dt="2026-03-27T13:15:14.303" v="215" actId="20577"/>
        <pc:sldMkLst>
          <pc:docMk/>
          <pc:sldMk cId="2799583550" sldId="268"/>
        </pc:sldMkLst>
        <pc:spChg chg="mod">
          <ac:chgData name="Adhira Srikanth" userId="4cc6b7cdb9bea3ca" providerId="LiveId" clId="{4CCF1D2F-A86F-4D6D-84A5-5B4CBD4094D1}" dt="2026-03-27T13:15:14.303" v="215" actId="20577"/>
          <ac:spMkLst>
            <pc:docMk/>
            <pc:sldMk cId="2799583550" sldId="268"/>
            <ac:spMk id="99" creationId="{55D3375C-3D6E-0824-01F2-778683E1B4CE}"/>
          </ac:spMkLst>
        </pc:spChg>
      </pc:sldChg>
      <pc:sldChg chg="addSp modSp add mod">
        <pc:chgData name="Adhira Srikanth" userId="4cc6b7cdb9bea3ca" providerId="LiveId" clId="{4CCF1D2F-A86F-4D6D-84A5-5B4CBD4094D1}" dt="2026-03-28T04:41:24.331" v="258" actId="1076"/>
        <pc:sldMkLst>
          <pc:docMk/>
          <pc:sldMk cId="1424925186" sldId="269"/>
        </pc:sldMkLst>
        <pc:spChg chg="mod">
          <ac:chgData name="Adhira Srikanth" userId="4cc6b7cdb9bea3ca" providerId="LiveId" clId="{4CCF1D2F-A86F-4D6D-84A5-5B4CBD4094D1}" dt="2026-03-28T04:41:18.731" v="255" actId="1076"/>
          <ac:spMkLst>
            <pc:docMk/>
            <pc:sldMk cId="1424925186" sldId="269"/>
            <ac:spMk id="97" creationId="{B8B4470C-41A9-1457-D697-AF8F7D973BEB}"/>
          </ac:spMkLst>
        </pc:spChg>
        <pc:picChg chg="add mod">
          <ac:chgData name="Adhira Srikanth" userId="4cc6b7cdb9bea3ca" providerId="LiveId" clId="{4CCF1D2F-A86F-4D6D-84A5-5B4CBD4094D1}" dt="2026-03-28T04:41:21.995" v="257" actId="1076"/>
          <ac:picMkLst>
            <pc:docMk/>
            <pc:sldMk cId="1424925186" sldId="269"/>
            <ac:picMk id="3" creationId="{F1502A40-AC7E-8EC6-FC46-54DA7CF581A3}"/>
          </ac:picMkLst>
        </pc:picChg>
        <pc:picChg chg="add mod">
          <ac:chgData name="Adhira Srikanth" userId="4cc6b7cdb9bea3ca" providerId="LiveId" clId="{4CCF1D2F-A86F-4D6D-84A5-5B4CBD4094D1}" dt="2026-03-28T04:41:24.331" v="258" actId="1076"/>
          <ac:picMkLst>
            <pc:docMk/>
            <pc:sldMk cId="1424925186" sldId="269"/>
            <ac:picMk id="5" creationId="{3B03AF04-5E01-2383-2B30-5469AC78BB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36427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1735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64D24B9-0599-082B-7BE9-21D49B07F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AD44F5A1-049F-2259-E296-4B21C62447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500D7E0-9342-F3BB-E2E8-4576DA26EB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6156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200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52128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72815613-1EA2-54FE-90B1-A127B0508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3DE05534-D0D7-5175-BF84-A333AA577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B4F3FB10-2DFD-7FEC-1EB3-5F0125399D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4384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F5D6A81-1677-A4EE-3471-105D6B367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426601CA-79E1-E16A-8F56-4876A8C5EA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DEDF3AAA-8F11-645A-F5CA-3A6BD8A362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7288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4851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2805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269803EF-EDEF-3D03-6634-477538FA4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1BCC0EAF-3214-2D13-6156-B26D87D012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5F4514B5-1AB9-2927-0266-28865257A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0372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3560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5700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0B91E24-3062-9AD6-D83C-23C515909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9B94F45E-2D06-BE05-48BC-7566BCF95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53E7BF68-AC3A-FADC-A1B2-15FCA7E1C3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62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3/08/2024</a:t>
            </a:r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762721" y="189101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44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a Multi-Agent Intelligent Compliance Auditor (MAICA) for Automating AI Regulation Adherence Compared to Traditional Manual Compliance Methods in Ensuring Ethical and Secure AI Deployments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4341960" y="3980232"/>
            <a:ext cx="4605337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ID: 837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1 Reg. No: RA2311003010147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592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1 Name: Pooja Ellanti</a:t>
            </a: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2 Reg. No: RA2311003011023</a:t>
            </a:r>
          </a:p>
          <a:p>
            <a:pPr marL="0" lvl="0" indent="0">
              <a:spcBef>
                <a:spcPts val="592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2 Name: Adhira Srikanth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304" y="243589"/>
            <a:ext cx="1402418" cy="51132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1688084" y="278272"/>
            <a:ext cx="61722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SRM INSTITUTE OF SCIENCE AND TECHNOLOGY 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SCHOOL OF COMPUTING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DEPARTMENT OF COMPUTING TECHNOLOGIES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ctr"/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21CSP302L -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MINOR PROJECT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Google Shape;89;p1"/>
          <p:cNvSpPr txBox="1">
            <a:spLocks/>
          </p:cNvSpPr>
          <p:nvPr/>
        </p:nvSpPr>
        <p:spPr>
          <a:xfrm>
            <a:off x="196703" y="3980233"/>
            <a:ext cx="4408633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name: Dr. S. Ashwini </a:t>
            </a:r>
          </a:p>
          <a:p>
            <a:pPr marL="0" indent="0">
              <a:lnSpc>
                <a:spcPct val="170000"/>
              </a:lnSpc>
              <a:spcBef>
                <a:spcPts val="592"/>
              </a:spcBef>
              <a:buSzPct val="1000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Assistant Professor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Department: Computing Technologies</a:t>
            </a:r>
          </a:p>
        </p:txBody>
      </p:sp>
      <p:pic>
        <p:nvPicPr>
          <p:cNvPr id="8" name="Picture 2" descr="icot 2023 Trifold Brochure_14.02.2023">
            <a:extLst>
              <a:ext uri="{FF2B5EF4-FFF2-40B4-BE49-F238E27FC236}">
                <a16:creationId xmlns:a16="http://schemas.microsoft.com/office/drawing/2014/main" id="{73D89A76-A2AF-4290-B455-A5514D1E1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074" y="85859"/>
            <a:ext cx="1477926" cy="69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   Problem Statement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114300" indent="0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Background: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systems in healthcare and finance are commonly evaluated only based on predictive accuracy.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However: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 is often ignored.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vulnerabilities are overlooked.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is missing.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compliance is rarely verified systematically.</a:t>
            </a:r>
          </a:p>
          <a:p>
            <a:pPr marL="114300" indent="0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Study: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unified automated system that: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Audits AI models for fairness, security, and compliance.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automated results with manual auditing.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structured governance reporting.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real-time audit execution through a web interface.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AI compliance auditing framework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28/03/2026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Objectives</a:t>
            </a:r>
            <a:endParaRPr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502360"/>
            <a:ext cx="837347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a multi-agent AI compliance auditing framework (MAICA).</a:t>
            </a:r>
          </a:p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security, fairness, explainability, and regulatory checks.</a:t>
            </a:r>
          </a:p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automated auditing results with traditional manual auditing.</a:t>
            </a:r>
          </a:p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4 (Upcoming Enhancement)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MAICA into a real Healthcare / Finance AI application as a governance middleware layer for real-time compliance validation.</a:t>
            </a:r>
          </a:p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28/03/2026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50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5AF8A6B1-572F-EFB3-33EA-592D08D4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A0827637-30FE-2157-975B-55CC389543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Objectives</a:t>
            </a:r>
            <a:endParaRPr dirty="0"/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F2646940-413D-3D5E-A0DE-CDB93F101E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8C90D81F-DF6F-99CA-389A-B3856751118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28/03/2026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82CC8731-4C8D-98AE-61C1-CA31DD2B16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085D0DA9-6000-3B4A-5EBA-6E517B728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0A6C00-DCCA-22EF-D5DB-B7E08F959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327" y="1433939"/>
            <a:ext cx="4111342" cy="20402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46C684-7C31-D8E9-E50A-28AEDED3C1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9331" y="1433939"/>
            <a:ext cx="4111342" cy="20556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E6541D-4CBA-ED24-0033-B13354E34F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327" y="3945468"/>
            <a:ext cx="4111342" cy="18089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8CA2B9-692A-B11F-62B5-6160E4218D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2004" y="4011146"/>
            <a:ext cx="4697817" cy="168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139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827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  Literature Review</a:t>
            </a:r>
            <a:endParaRPr dirty="0"/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28/03/2026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BF37A8-DDB7-866A-DB00-FDD09629F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493297"/>
              </p:ext>
            </p:extLst>
          </p:nvPr>
        </p:nvGraphicFramePr>
        <p:xfrm>
          <a:off x="526026" y="1494210"/>
          <a:ext cx="8229600" cy="365760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361766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22391292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32781808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039290106"/>
                    </a:ext>
                  </a:extLst>
                </a:gridCol>
              </a:tblGrid>
              <a:tr h="182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193363"/>
                  </a:ext>
                </a:extLst>
              </a:tr>
              <a:tr h="565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Phiri (2025)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Creating Characteristically Auditable Agentic AI Systems (ACM)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Defines theoretical foundations for auditability-by-design in multi-agent systems.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practical implementation or comparative evaluation vs. manual auditing.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125140"/>
                  </a:ext>
                </a:extLst>
              </a:tr>
              <a:tr h="693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Marino et al. (2024)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Automating EU AI Act Compliance Analyses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regulatory parsing models for automated AI compliance checks.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rule translation, no runtime monitoring or explainability integration.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403727"/>
                  </a:ext>
                </a:extLst>
              </a:tr>
              <a:tr h="437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Agarwal et al. (2025)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Knowledge Graph for Regulatory QA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multi-agent QA system for interpreting legal rules.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empirical comparison or auditing metrics.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170627"/>
                  </a:ext>
                </a:extLst>
              </a:tr>
              <a:tr h="437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Manheim (2025)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Audit Standards Boards (Springer)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Advocates for formal AI auditing standards.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implementation model for automation or intelligent agents.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838395"/>
                  </a:ext>
                </a:extLst>
              </a:tr>
            </a:tbl>
          </a:graphicData>
        </a:graphic>
      </p:graphicFrame>
      <p:sp>
        <p:nvSpPr>
          <p:cNvPr id="5" name="Google Shape;96;p2">
            <a:extLst>
              <a:ext uri="{FF2B5EF4-FFF2-40B4-BE49-F238E27FC236}">
                <a16:creationId xmlns:a16="http://schemas.microsoft.com/office/drawing/2014/main" id="{113DF187-F77F-2031-1264-989036567F47}"/>
              </a:ext>
            </a:extLst>
          </p:cNvPr>
          <p:cNvSpPr txBox="1">
            <a:spLocks/>
          </p:cNvSpPr>
          <p:nvPr/>
        </p:nvSpPr>
        <p:spPr>
          <a:xfrm>
            <a:off x="457200" y="524637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3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44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works focus on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frameworks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parsing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compliance but lack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comprehensive, multi-agent auditing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performing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automated audits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offering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comparisons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manual auditing processes.</a:t>
            </a:r>
          </a:p>
          <a:p>
            <a:pPr>
              <a:buSzPts val="44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114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10580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Proposed Methodology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300218"/>
            <a:ext cx="8229600" cy="5359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114300" indent="0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11430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MAICA consists of the following agents:</a:t>
            </a:r>
          </a:p>
          <a:p>
            <a:pPr marL="11430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Regulation Ingestion Agent – Converts policies into machine-readable rules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Security Agent – Detects sensitive attributes and vulnerabilities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Data Protection Agent – Ensures privacy compliance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Model Inspection Agent – Evaluates fairness and bias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Runtime Monitoring Agent – Observes deployed model behavior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Explainability Agent – Generates SHAP/LIME explanations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• Coordinator Agent – Aggregates results and generates compliance reports</a:t>
            </a:r>
          </a:p>
          <a:p>
            <a:pPr marL="114300" indent="0">
              <a:buNone/>
            </a:pP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(Logistic Regression)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/ LIME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/ NumPy</a:t>
            </a:r>
          </a:p>
          <a:p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(Current UI)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Flask/</a:t>
            </a:r>
            <a:r>
              <a:rPr lang="en-IN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(Next Step Web Deployment)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/ CSV Reporting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774" y="376372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28/03/2026</a:t>
            </a:r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654" y="274638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160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D6E67FC-B720-0874-5CC5-BC7E7E26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26455F03-39EF-A863-2711-69EAFCF291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0580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Proposed Methodology</a:t>
            </a:r>
            <a:endParaRPr sz="4000"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9AAA7A5E-DBAB-234A-FBE3-B804F2A21D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93055"/>
            <a:ext cx="8229600" cy="5359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Implementation:</a:t>
            </a:r>
          </a:p>
          <a:p>
            <a:pPr marL="1143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Multi-agent backend fully implemented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Compliance reports generated in JSON/CSV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Manual vs Automated comparison module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domain selection dashboard</a:t>
            </a:r>
          </a:p>
          <a:p>
            <a:pPr marL="1143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Developed a standalone Healthcare / Finance AI application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Embed MAICA as compliance middleware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Enabled prediction + compliance audit execution in parallel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• Displayed compliance score alongside prediction results</a:t>
            </a:r>
          </a:p>
          <a:p>
            <a:pPr marL="11430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transitions MAICA from a research prototype to an embedded AI governance framework.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DBB34E26-4C54-8218-6EB2-9E82AE1637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774" y="376372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A8A807B5-C1C9-B768-5860-900F905ECE2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28/03/2026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E3168F5-B987-C28F-8AE0-711E02DB64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E908619-F283-2863-CF37-D73078EAE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654" y="274638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288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6F07F4F-6EE3-500D-4D23-A53693DA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B3A13D3E-25C3-22BB-E375-92F6DE3B6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165" y="557171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Proposed Methodology</a:t>
            </a:r>
            <a:endParaRPr sz="4000" dirty="0"/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3A746F84-0722-EC9D-002F-1B8AD7DB46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774" y="376372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26A721AE-6E60-F062-71D0-E5199B08A7B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28/03/2026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B827383-656A-152C-E254-6555E192E6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F1303F7E-AA42-223F-BFCF-D8003577F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654" y="274638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73EC9B-1B1E-E4E7-3100-0A5C7592F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676" y="1396180"/>
            <a:ext cx="6400801" cy="490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6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Work Plan / Timeline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108154" y="1361202"/>
            <a:ext cx="5004619" cy="4789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– Completed</a:t>
            </a:r>
          </a:p>
          <a:p>
            <a:pPr marL="11430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Problem Identification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Literature Review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Dataset Selection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Model Training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Multi-Agent Development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Compliance Report Generation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Manual vs Automated Comparison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</a:p>
          <a:p>
            <a:pPr marL="11430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– Completed</a:t>
            </a:r>
          </a:p>
          <a:p>
            <a:pPr marL="11430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Refining fairness metric computation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Enhancing compliance scoring system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✔ Improving explainability visualization</a:t>
            </a:r>
          </a:p>
          <a:p>
            <a:pPr marL="114300" indent="0"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– Completed</a:t>
            </a:r>
          </a:p>
          <a:p>
            <a:pPr marL="11430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✔ Develop Finance 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✔ Integrate MAICA as governance middleware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✔ Enable real-time compliance auditing</a:t>
            </a:r>
            <a:b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✔ Validate integrated system performance</a:t>
            </a:r>
          </a:p>
          <a:p>
            <a:pPr marL="457200" lvl="1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endParaRPr lang="en-US"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SzPts val="3200"/>
              <a:buNone/>
            </a:pPr>
            <a:endParaRPr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28/03/2026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8BF17D-4423-A73F-00F3-8393E4133A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323" y="1334812"/>
            <a:ext cx="4473677" cy="487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044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Expected Outcome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834465"/>
            <a:ext cx="8229600" cy="470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Output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functional Multi-Agent AI Compliance Platform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compliance score generation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vs Automated comparison system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regulatory compliance reporting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ntegrated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Application with Embedded Governance Layer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Mapping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Aligned with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responsible AI innovation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digital governance infrastructure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sustainable AI deployment</a:t>
            </a: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28/03/2026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341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CFFA693-3C0F-8EEB-5B56-755F69AC4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BB9BDE65-3941-F91E-B426-D20C5E6D68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Expected Outcome</a:t>
            </a:r>
            <a:endParaRPr sz="4000" dirty="0"/>
          </a:p>
        </p:txBody>
      </p:sp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B8B4470C-41A9-1457-D697-AF8F7D973B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32268"/>
            <a:ext cx="8229600" cy="470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Plan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research paper on: </a:t>
            </a:r>
            <a:r>
              <a:rPr lang="en-IN" sz="1700" dirty="0"/>
              <a:t>“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Application-Integrated Multi-Agent AI Governance Framework for Automated Compliance Auditing”</a:t>
            </a:r>
            <a:endParaRPr sz="1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C2D151AA-44D6-01BE-6556-CBF22C94AA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46FA7F08-7CA2-CC9E-3FA9-25C951E9929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28/03/2026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61F4F94A-03F6-D44C-7295-FA967A78E8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6FCFC51E-217E-E2B2-B41E-C7F8EBBE4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502A40-AC7E-8EC6-FC46-54DA7CF581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69" y="2924644"/>
            <a:ext cx="3877732" cy="27410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03AF04-5E01-2383-2B30-5469AC78BB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070" y="2924644"/>
            <a:ext cx="3877732" cy="274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25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Conclusion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MAICA provides: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multi-dimensional AI auditing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security, fairness, and explainability checks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compliance reporting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vs automated audit comparison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toward a web-based governance platform</a:t>
            </a:r>
          </a:p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integration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knowledge graph integration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Enterprise-level scalability</a:t>
            </a:r>
          </a:p>
          <a:p>
            <a:pPr marL="0" indent="0">
              <a:spcBef>
                <a:spcPts val="0"/>
              </a:spcBef>
              <a:buSzPts val="3200"/>
              <a:buNone/>
            </a:pP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28/03/2026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524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313327" y="5837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sz="4000" dirty="0"/>
              <a:t>    References</a:t>
            </a:r>
            <a:endParaRPr sz="4000" dirty="0"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457200" y="14176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3200"/>
              <a:buNone/>
            </a:pPr>
            <a:endParaRPr sz="2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Phiri, C.C. (2025). Creating Characteristically Auditable Agentic AI Systems. ACM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IntRob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’25, Budapest, Hungary. DOI: 10.1145/3759355.3759356</a:t>
            </a: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Marino, B. et al. (2024). Automating EU AI Act Compliance Analyses.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arXiv:2406.14243</a:t>
            </a: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Agarwal, B. et al. (2025). A Multi-Agent Knowledge Graph for Regulatory QA.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arXiv:2501.18765</a:t>
            </a:r>
          </a:p>
          <a:p>
            <a:pPr algn="just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Manheim, D. (2025). The Necessity of AI Audit Standards Boards. AI &amp; Society, Springer.</a:t>
            </a:r>
          </a:p>
          <a:p>
            <a:pPr algn="just">
              <a:buFont typeface="+mj-lt"/>
              <a:buAutoNum type="arabicPeriod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AuditMAI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(2024). Towards Continuous AI Auditing Infrastructure.</a:t>
            </a: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28/03/2026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18B6FE2E-E981-4E46-A200-1A18D817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981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2A2ECAC-1DD8-D26B-95FD-6C3F6CD3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39299408-917C-1DBC-7CC1-20168F0F70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0800" y="2767781"/>
            <a:ext cx="364285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ts val="4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2">
            <a:extLst>
              <a:ext uri="{FF2B5EF4-FFF2-40B4-BE49-F238E27FC236}">
                <a16:creationId xmlns:a16="http://schemas.microsoft.com/office/drawing/2014/main" id="{001054DD-732C-E615-E5B9-B791833545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553353"/>
            <a:ext cx="1972340" cy="60187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55D3375C-3D6E-0824-01F2-778683E1B4C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28/03/2026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CF9F44E-B555-ECF2-842F-6C2053A6A1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026" name="Picture 2" descr="icot 2023 Trifold Brochure_14.02.2023">
            <a:extLst>
              <a:ext uri="{FF2B5EF4-FFF2-40B4-BE49-F238E27FC236}">
                <a16:creationId xmlns:a16="http://schemas.microsoft.com/office/drawing/2014/main" id="{72CBC3B4-5900-725E-AFE6-F51CF4DF4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92" y="468630"/>
            <a:ext cx="1603181" cy="75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583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1018</Words>
  <Application>Microsoft Office PowerPoint</Application>
  <PresentationFormat>On-screen Show (4:3)</PresentationFormat>
  <Paragraphs>153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Evaluating a Multi-Agent Intelligent Compliance Auditor (MAICA) for Automating AI Regulation Adherence Compared to Traditional Manual Compliance Methods in Ensuring Ethical and Secure AI Deployments</vt:lpstr>
      <vt:lpstr>   Problem Statement</vt:lpstr>
      <vt:lpstr> Objectives</vt:lpstr>
      <vt:lpstr> Objectives</vt:lpstr>
      <vt:lpstr>  Literature Review</vt:lpstr>
      <vt:lpstr>    Proposed Methodology</vt:lpstr>
      <vt:lpstr>    Proposed Methodology</vt:lpstr>
      <vt:lpstr>    Proposed Methodology</vt:lpstr>
      <vt:lpstr>    Work Plan / Timeline</vt:lpstr>
      <vt:lpstr>    Expected Outcome</vt:lpstr>
      <vt:lpstr>    Expected Outcome</vt:lpstr>
      <vt:lpstr>    Conclusion</vt:lpstr>
      <vt:lpstr>    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Adhira</dc:creator>
  <cp:lastModifiedBy>Adhira Srikanth</cp:lastModifiedBy>
  <cp:revision>1</cp:revision>
  <dcterms:modified xsi:type="dcterms:W3CDTF">2026-03-28T04:41:29Z</dcterms:modified>
</cp:coreProperties>
</file>